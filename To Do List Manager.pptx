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96EF74-FBFE-40D4-92DD-DFBA79D65221}" v="2" dt="2026-04-29T23:15:06.3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Luke E" userId="ebcd686e-7482-4372-9617-5a78a3fbc106" providerId="ADAL" clId="{1FA3E5EB-195C-4F1A-B93B-58337F284DE1}"/>
    <pc:docChg chg="modSld modMainMaster">
      <pc:chgData name="White, Luke E" userId="ebcd686e-7482-4372-9617-5a78a3fbc106" providerId="ADAL" clId="{1FA3E5EB-195C-4F1A-B93B-58337F284DE1}" dt="2026-04-29T23:15:38.303" v="5" actId="20577"/>
      <pc:docMkLst>
        <pc:docMk/>
      </pc:docMkLst>
      <pc:sldChg chg="modTransition">
        <pc:chgData name="White, Luke E" userId="ebcd686e-7482-4372-9617-5a78a3fbc106" providerId="ADAL" clId="{1FA3E5EB-195C-4F1A-B93B-58337F284DE1}" dt="2026-04-29T23:15:06.316" v="1"/>
        <pc:sldMkLst>
          <pc:docMk/>
          <pc:sldMk cId="3599253871" sldId="256"/>
        </pc:sldMkLst>
      </pc:sldChg>
      <pc:sldChg chg="modTransition">
        <pc:chgData name="White, Luke E" userId="ebcd686e-7482-4372-9617-5a78a3fbc106" providerId="ADAL" clId="{1FA3E5EB-195C-4F1A-B93B-58337F284DE1}" dt="2026-04-29T23:15:06.316" v="1"/>
        <pc:sldMkLst>
          <pc:docMk/>
          <pc:sldMk cId="873058758" sldId="257"/>
        </pc:sldMkLst>
      </pc:sldChg>
      <pc:sldChg chg="modTransition">
        <pc:chgData name="White, Luke E" userId="ebcd686e-7482-4372-9617-5a78a3fbc106" providerId="ADAL" clId="{1FA3E5EB-195C-4F1A-B93B-58337F284DE1}" dt="2026-04-29T23:15:06.316" v="1"/>
        <pc:sldMkLst>
          <pc:docMk/>
          <pc:sldMk cId="2118472508" sldId="258"/>
        </pc:sldMkLst>
      </pc:sldChg>
      <pc:sldChg chg="modSp mod modTransition">
        <pc:chgData name="White, Luke E" userId="ebcd686e-7482-4372-9617-5a78a3fbc106" providerId="ADAL" clId="{1FA3E5EB-195C-4F1A-B93B-58337F284DE1}" dt="2026-04-29T23:15:38.303" v="5" actId="20577"/>
        <pc:sldMkLst>
          <pc:docMk/>
          <pc:sldMk cId="810821781" sldId="259"/>
        </pc:sldMkLst>
        <pc:spChg chg="mod">
          <ac:chgData name="White, Luke E" userId="ebcd686e-7482-4372-9617-5a78a3fbc106" providerId="ADAL" clId="{1FA3E5EB-195C-4F1A-B93B-58337F284DE1}" dt="2026-04-29T23:15:38.303" v="5" actId="20577"/>
          <ac:spMkLst>
            <pc:docMk/>
            <pc:sldMk cId="810821781" sldId="259"/>
            <ac:spMk id="3" creationId="{FD0CC287-49E9-350B-DD89-F5EBD2E73F32}"/>
          </ac:spMkLst>
        </pc:spChg>
      </pc:sldChg>
      <pc:sldMasterChg chg="modTransition modSldLayout">
        <pc:chgData name="White, Luke E" userId="ebcd686e-7482-4372-9617-5a78a3fbc106" providerId="ADAL" clId="{1FA3E5EB-195C-4F1A-B93B-58337F284DE1}" dt="2026-04-29T23:15:06.316" v="1"/>
        <pc:sldMasterMkLst>
          <pc:docMk/>
          <pc:sldMasterMk cId="3795297103" sldId="2147483660"/>
        </pc:sldMasterMkLst>
        <pc:sldLayoutChg chg="modTransition">
          <pc:chgData name="White, Luke E" userId="ebcd686e-7482-4372-9617-5a78a3fbc106" providerId="ADAL" clId="{1FA3E5EB-195C-4F1A-B93B-58337F284DE1}" dt="2026-04-29T23:15:06.316" v="1"/>
          <pc:sldLayoutMkLst>
            <pc:docMk/>
            <pc:sldMasterMk cId="3795297103" sldId="2147483660"/>
            <pc:sldLayoutMk cId="273707770" sldId="2147483661"/>
          </pc:sldLayoutMkLst>
        </pc:sldLayoutChg>
        <pc:sldLayoutChg chg="modTransition">
          <pc:chgData name="White, Luke E" userId="ebcd686e-7482-4372-9617-5a78a3fbc106" providerId="ADAL" clId="{1FA3E5EB-195C-4F1A-B93B-58337F284DE1}" dt="2026-04-29T23:15:06.316" v="1"/>
          <pc:sldLayoutMkLst>
            <pc:docMk/>
            <pc:sldMasterMk cId="3795297103" sldId="2147483660"/>
            <pc:sldLayoutMk cId="1207885858" sldId="2147483662"/>
          </pc:sldLayoutMkLst>
        </pc:sldLayoutChg>
        <pc:sldLayoutChg chg="modTransition">
          <pc:chgData name="White, Luke E" userId="ebcd686e-7482-4372-9617-5a78a3fbc106" providerId="ADAL" clId="{1FA3E5EB-195C-4F1A-B93B-58337F284DE1}" dt="2026-04-29T23:15:06.316" v="1"/>
          <pc:sldLayoutMkLst>
            <pc:docMk/>
            <pc:sldMasterMk cId="3795297103" sldId="2147483660"/>
            <pc:sldLayoutMk cId="1451258852" sldId="2147483663"/>
          </pc:sldLayoutMkLst>
        </pc:sldLayoutChg>
        <pc:sldLayoutChg chg="modTransition">
          <pc:chgData name="White, Luke E" userId="ebcd686e-7482-4372-9617-5a78a3fbc106" providerId="ADAL" clId="{1FA3E5EB-195C-4F1A-B93B-58337F284DE1}" dt="2026-04-29T23:15:06.316" v="1"/>
          <pc:sldLayoutMkLst>
            <pc:docMk/>
            <pc:sldMasterMk cId="3795297103" sldId="2147483660"/>
            <pc:sldLayoutMk cId="2686479728" sldId="2147483664"/>
          </pc:sldLayoutMkLst>
        </pc:sldLayoutChg>
        <pc:sldLayoutChg chg="modTransition">
          <pc:chgData name="White, Luke E" userId="ebcd686e-7482-4372-9617-5a78a3fbc106" providerId="ADAL" clId="{1FA3E5EB-195C-4F1A-B93B-58337F284DE1}" dt="2026-04-29T23:15:06.316" v="1"/>
          <pc:sldLayoutMkLst>
            <pc:docMk/>
            <pc:sldMasterMk cId="3795297103" sldId="2147483660"/>
            <pc:sldLayoutMk cId="1559332766" sldId="2147483665"/>
          </pc:sldLayoutMkLst>
        </pc:sldLayoutChg>
        <pc:sldLayoutChg chg="modTransition">
          <pc:chgData name="White, Luke E" userId="ebcd686e-7482-4372-9617-5a78a3fbc106" providerId="ADAL" clId="{1FA3E5EB-195C-4F1A-B93B-58337F284DE1}" dt="2026-04-29T23:15:06.316" v="1"/>
          <pc:sldLayoutMkLst>
            <pc:docMk/>
            <pc:sldMasterMk cId="3795297103" sldId="2147483660"/>
            <pc:sldLayoutMk cId="2177245950" sldId="2147483666"/>
          </pc:sldLayoutMkLst>
        </pc:sldLayoutChg>
        <pc:sldLayoutChg chg="modTransition">
          <pc:chgData name="White, Luke E" userId="ebcd686e-7482-4372-9617-5a78a3fbc106" providerId="ADAL" clId="{1FA3E5EB-195C-4F1A-B93B-58337F284DE1}" dt="2026-04-29T23:15:06.316" v="1"/>
          <pc:sldLayoutMkLst>
            <pc:docMk/>
            <pc:sldMasterMk cId="3795297103" sldId="2147483660"/>
            <pc:sldLayoutMk cId="919072203" sldId="2147483667"/>
          </pc:sldLayoutMkLst>
        </pc:sldLayoutChg>
        <pc:sldLayoutChg chg="modTransition">
          <pc:chgData name="White, Luke E" userId="ebcd686e-7482-4372-9617-5a78a3fbc106" providerId="ADAL" clId="{1FA3E5EB-195C-4F1A-B93B-58337F284DE1}" dt="2026-04-29T23:15:06.316" v="1"/>
          <pc:sldLayoutMkLst>
            <pc:docMk/>
            <pc:sldMasterMk cId="3795297103" sldId="2147483660"/>
            <pc:sldLayoutMk cId="212149929" sldId="2147483668"/>
          </pc:sldLayoutMkLst>
        </pc:sldLayoutChg>
        <pc:sldLayoutChg chg="modTransition">
          <pc:chgData name="White, Luke E" userId="ebcd686e-7482-4372-9617-5a78a3fbc106" providerId="ADAL" clId="{1FA3E5EB-195C-4F1A-B93B-58337F284DE1}" dt="2026-04-29T23:15:06.316" v="1"/>
          <pc:sldLayoutMkLst>
            <pc:docMk/>
            <pc:sldMasterMk cId="3795297103" sldId="2147483660"/>
            <pc:sldLayoutMk cId="4260499652" sldId="2147483669"/>
          </pc:sldLayoutMkLst>
        </pc:sldLayoutChg>
        <pc:sldLayoutChg chg="modTransition">
          <pc:chgData name="White, Luke E" userId="ebcd686e-7482-4372-9617-5a78a3fbc106" providerId="ADAL" clId="{1FA3E5EB-195C-4F1A-B93B-58337F284DE1}" dt="2026-04-29T23:15:06.316" v="1"/>
          <pc:sldLayoutMkLst>
            <pc:docMk/>
            <pc:sldMasterMk cId="3795297103" sldId="2147483660"/>
            <pc:sldLayoutMk cId="184884030" sldId="2147483670"/>
          </pc:sldLayoutMkLst>
        </pc:sldLayoutChg>
        <pc:sldLayoutChg chg="modTransition">
          <pc:chgData name="White, Luke E" userId="ebcd686e-7482-4372-9617-5a78a3fbc106" providerId="ADAL" clId="{1FA3E5EB-195C-4F1A-B93B-58337F284DE1}" dt="2026-04-29T23:15:06.316" v="1"/>
          <pc:sldLayoutMkLst>
            <pc:docMk/>
            <pc:sldMasterMk cId="3795297103" sldId="2147483660"/>
            <pc:sldLayoutMk cId="4165723934" sldId="2147483671"/>
          </pc:sldLayoutMkLst>
        </pc:sldLayoutChg>
        <pc:sldLayoutChg chg="modTransition">
          <pc:chgData name="White, Luke E" userId="ebcd686e-7482-4372-9617-5a78a3fbc106" providerId="ADAL" clId="{1FA3E5EB-195C-4F1A-B93B-58337F284DE1}" dt="2026-04-29T23:15:06.316" v="1"/>
          <pc:sldLayoutMkLst>
            <pc:docMk/>
            <pc:sldMasterMk cId="3795297103" sldId="2147483660"/>
            <pc:sldLayoutMk cId="1598237404" sldId="2147483672"/>
          </pc:sldLayoutMkLst>
        </pc:sldLayoutChg>
        <pc:sldLayoutChg chg="modTransition">
          <pc:chgData name="White, Luke E" userId="ebcd686e-7482-4372-9617-5a78a3fbc106" providerId="ADAL" clId="{1FA3E5EB-195C-4F1A-B93B-58337F284DE1}" dt="2026-04-29T23:15:06.316" v="1"/>
          <pc:sldLayoutMkLst>
            <pc:docMk/>
            <pc:sldMasterMk cId="3795297103" sldId="2147483660"/>
            <pc:sldLayoutMk cId="3332285386" sldId="2147483673"/>
          </pc:sldLayoutMkLst>
        </pc:sldLayoutChg>
        <pc:sldLayoutChg chg="modTransition">
          <pc:chgData name="White, Luke E" userId="ebcd686e-7482-4372-9617-5a78a3fbc106" providerId="ADAL" clId="{1FA3E5EB-195C-4F1A-B93B-58337F284DE1}" dt="2026-04-29T23:15:06.316" v="1"/>
          <pc:sldLayoutMkLst>
            <pc:docMk/>
            <pc:sldMasterMk cId="3795297103" sldId="2147483660"/>
            <pc:sldLayoutMk cId="3051420893" sldId="2147483674"/>
          </pc:sldLayoutMkLst>
        </pc:sldLayoutChg>
        <pc:sldLayoutChg chg="modTransition">
          <pc:chgData name="White, Luke E" userId="ebcd686e-7482-4372-9617-5a78a3fbc106" providerId="ADAL" clId="{1FA3E5EB-195C-4F1A-B93B-58337F284DE1}" dt="2026-04-29T23:15:06.316" v="1"/>
          <pc:sldLayoutMkLst>
            <pc:docMk/>
            <pc:sldMasterMk cId="3795297103" sldId="2147483660"/>
            <pc:sldLayoutMk cId="1774407153" sldId="2147483675"/>
          </pc:sldLayoutMkLst>
        </pc:sldLayoutChg>
        <pc:sldLayoutChg chg="modTransition">
          <pc:chgData name="White, Luke E" userId="ebcd686e-7482-4372-9617-5a78a3fbc106" providerId="ADAL" clId="{1FA3E5EB-195C-4F1A-B93B-58337F284DE1}" dt="2026-04-29T23:15:06.316" v="1"/>
          <pc:sldLayoutMkLst>
            <pc:docMk/>
            <pc:sldMasterMk cId="3795297103" sldId="2147483660"/>
            <pc:sldLayoutMk cId="3241319717" sldId="2147483676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40C8-B199-4060-894C-BDB028B743E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BC959-485D-429A-A86A-1D05CE7F3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07770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40C8-B199-4060-894C-BDB028B743E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BC959-485D-429A-A86A-1D05CE7F3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885858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40C8-B199-4060-894C-BDB028B743E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BC959-485D-429A-A86A-1D05CE7F3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258852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40C8-B199-4060-894C-BDB028B743E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BC959-485D-429A-A86A-1D05CE7F3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479728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40C8-B199-4060-894C-BDB028B743E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BC959-485D-429A-A86A-1D05CE7F3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332766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40C8-B199-4060-894C-BDB028B743E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BC959-485D-429A-A86A-1D05CE7F3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45950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40C8-B199-4060-894C-BDB028B743E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BC959-485D-429A-A86A-1D05CE7F3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072203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40C8-B199-4060-894C-BDB028B743E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BC959-485D-429A-A86A-1D05CE7F3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49929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40C8-B199-4060-894C-BDB028B743E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BC959-485D-429A-A86A-1D05CE7F3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499652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40C8-B199-4060-894C-BDB028B743E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BC959-485D-429A-A86A-1D05CE7F3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84030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40C8-B199-4060-894C-BDB028B743E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BC959-485D-429A-A86A-1D05CE7F3EF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65723934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40C8-B199-4060-894C-BDB028B743E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BC959-485D-429A-A86A-1D05CE7F3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237404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40C8-B199-4060-894C-BDB028B743E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BC959-485D-429A-A86A-1D05CE7F3EF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2285386"/>
      </p:ext>
    </p:extLst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40C8-B199-4060-894C-BDB028B743E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BC959-485D-429A-A86A-1D05CE7F3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420893"/>
      </p:ext>
    </p:extLst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40C8-B199-4060-894C-BDB028B743E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BC959-485D-429A-A86A-1D05CE7F3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407153"/>
      </p:ext>
    </p:extLst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40C8-B199-4060-894C-BDB028B743E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BC959-485D-429A-A86A-1D05CE7F3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319717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A140C8-B199-4060-894C-BDB028B743E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78BC959-485D-429A-A86A-1D05CE7F3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297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ransition spd="slow">
    <p:wipe/>
  </p:transition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4EBC3-6C04-130D-E2B4-D1C57752D3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To-Do List Manager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CCFA0B-B27D-A259-8215-6E713D4AF2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Luke White</a:t>
            </a:r>
          </a:p>
        </p:txBody>
      </p:sp>
    </p:spTree>
    <p:extLst>
      <p:ext uri="{BB962C8B-B14F-4D97-AF65-F5344CB8AC3E}">
        <p14:creationId xmlns:p14="http://schemas.microsoft.com/office/powerpoint/2010/main" val="3599253871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5655A-40EB-5041-BC6D-DED806A63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built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00F2C-1A81-FCC6-08E2-A834108A0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web-based To-Do List application using Blazor Server and .NET 8. </a:t>
            </a:r>
          </a:p>
          <a:p>
            <a:r>
              <a:rPr lang="en-US" dirty="0"/>
              <a:t>It runs in the browser and lets you add and delete tasks.</a:t>
            </a:r>
          </a:p>
          <a:p>
            <a:r>
              <a:rPr lang="en-US" dirty="0"/>
              <a:t>Automatically saves to so they persist between sessions.</a:t>
            </a:r>
          </a:p>
        </p:txBody>
      </p:sp>
    </p:spTree>
    <p:extLst>
      <p:ext uri="{BB962C8B-B14F-4D97-AF65-F5344CB8AC3E}">
        <p14:creationId xmlns:p14="http://schemas.microsoft.com/office/powerpoint/2010/main" val="873058758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FE403-79F5-6FB7-904E-B361010D8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Design Decision I Made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9818D-E710-5A36-13A2-7589B853A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design decision I made was separating the app into three layers, a Core library, the Blazor web app, and a separate test project. </a:t>
            </a:r>
          </a:p>
          <a:p>
            <a:r>
              <a:rPr lang="en-US" dirty="0"/>
              <a:t>This kept the logic completely independent from the UI, which made it much easier to unit test.</a:t>
            </a:r>
          </a:p>
        </p:txBody>
      </p:sp>
    </p:spTree>
    <p:extLst>
      <p:ext uri="{BB962C8B-B14F-4D97-AF65-F5344CB8AC3E}">
        <p14:creationId xmlns:p14="http://schemas.microsoft.com/office/powerpoint/2010/main" val="2118472508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249A-EFEE-1830-0F9D-B089A64EF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Problem I Solved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CC287-49E9-350B-DD89-F5EBD2E73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biggest problem I ran into was that when the page reloaded, tasks were being duplicated. This was because </a:t>
            </a:r>
            <a:r>
              <a:rPr lang="en-US" dirty="0" err="1"/>
              <a:t>TodoManager</a:t>
            </a:r>
            <a:r>
              <a:rPr lang="en-US" dirty="0"/>
              <a:t> already had tasks in memory, but </a:t>
            </a:r>
            <a:r>
              <a:rPr lang="en-US" dirty="0" err="1"/>
              <a:t>OnInitialized</a:t>
            </a:r>
            <a:r>
              <a:rPr lang="en-US" dirty="0"/>
              <a:t> was </a:t>
            </a:r>
            <a:r>
              <a:rPr lang="en-US"/>
              <a:t>loading them again </a:t>
            </a:r>
            <a:r>
              <a:rPr lang="en-US" dirty="0"/>
              <a:t>on top of that</a:t>
            </a:r>
            <a:r>
              <a:rPr lang="en-US"/>
              <a:t>. </a:t>
            </a:r>
          </a:p>
          <a:p>
            <a:r>
              <a:rPr lang="en-US"/>
              <a:t>I </a:t>
            </a:r>
            <a:r>
              <a:rPr lang="en-US" dirty="0"/>
              <a:t>fixed it by checking if the manager was already inhabited before loading from file, if it has tasks, to skip the file load entirely.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82178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1</TotalTime>
  <Words>168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Facet</vt:lpstr>
      <vt:lpstr>To-Do List Manager</vt:lpstr>
      <vt:lpstr>What I built</vt:lpstr>
      <vt:lpstr>A Design Decision I Made</vt:lpstr>
      <vt:lpstr>A Problem I Solved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White, Luke E</dc:creator>
  <cp:lastModifiedBy>White, Luke E</cp:lastModifiedBy>
  <cp:revision>1</cp:revision>
  <dcterms:created xsi:type="dcterms:W3CDTF">2026-04-29T23:14:31Z</dcterms:created>
  <dcterms:modified xsi:type="dcterms:W3CDTF">2026-04-29T23:15:42Z</dcterms:modified>
</cp:coreProperties>
</file>